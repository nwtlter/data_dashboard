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notesMaster" Target="notesMasters/notesMaster1.xml"/>
</Relationships>

</file>

<file path=ppt/notesMasters/_rels/notesMaster1.xml.rels><?xml version="1.0" encoding="UTF-8" standalone="yes"?>

<Relationships  xmlns="http://schemas.openxmlformats.org/package/2006/relationships">
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10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/>
          </a:p>
        </p:txBody>
      </p:sp>
      <p:sp>
        <p:nvSpPr>
          <p:cNvPr id="11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marL="171450" lvl="0" indent="-1714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Edit Master text styles</a:t>
            </a:r>
          </a:p>
          <a:p>
            <a:pPr marL="450850" lvl="1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Second level</a:t>
            </a:r>
          </a:p>
          <a:p>
            <a:pPr marL="719138" lvl="2" indent="-17145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Third level</a:t>
            </a:r>
          </a:p>
          <a:p>
            <a:pPr marL="987425" lvl="3" indent="-171450" defTabSz="1169988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Fourth level</a:t>
            </a:r>
          </a:p>
          <a:p>
            <a:pPr marL="1255713" lvl="4" indent="-17145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Fifth level</a:t>
            </a:r>
            <a:endParaRPr lang="en-IN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Current year soil moisture compared to historical patterns. The ribbon shows the 10th-90th percentile range of historical data (2000-2023), providing context for evaluating whether conditions in 2024 are within normal ranges.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notesSlide" Target="../notesSlides/notesSlide1.xml"/>
<Relationship Id="rId3" Type="http://schemas.openxmlformats.org/officeDocument/2006/relationships/image" Target="../media/380cb57eac67f995f11183deaf96908d508a3d02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914400" y="457200"/>
            <a:ext cx="7315200" cy="50292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457200" y="5943600"/>
            <a:ext cx="8229600" cy="9144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00000">
                    <a:alpha val="100000"/>
                  </a:srgbClr>
                </a:solidFill>
                <a:latin typeface="sans"/>
                <a:cs typeface="sans"/>
                <a:ea typeface="sans"/>
                <a:sym typeface="sans"/>
              </a:rPr>
              <a:t>Saddle (SDL) Data: </a:t>
            </a:r>
            <a:r>
              <a:rPr cap="none" sz="1200" i="0" b="0" u="none" strike="noStrike">
                <a:solidFill>
                  <a:srgbClr val="000000">
                    <a:alpha val="100000"/>
                  </a:srgbClr>
                </a:solidFill>
                <a:latin typeface="sans"/>
                <a:cs typeface="sans"/>
                <a:ea typeface="sans"/>
                <a:sym typeface="sans"/>
              </a:rPr>
              <a:t>Morse, J. and M. Losleben. 2025. Climate data for saddle data loggers (CR23X and CR1000), 2000 - ongoing, daily. ver 10. Environmental Data Initiative. https://doi.org/10.6073/pasta/b01aea637f7608f0a1b2895ae474d571. Accessed 2025-08-11.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lter</cp:lastModifiedBy>
  <cp:revision>3</cp:revision>
  <dcterms:created xsi:type="dcterms:W3CDTF">2017-02-13T16:18:36Z</dcterms:created>
  <dcterms:modified xsi:type="dcterms:W3CDTF">2025-11-24T10:58:51Z</dcterms:modified>
  <cp:category/>
</cp:coreProperties>
</file>