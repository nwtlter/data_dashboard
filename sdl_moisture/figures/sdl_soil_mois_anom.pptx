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.xml" ContentType="application/vnd.openxmlformats-officedocument.presentationml.notes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notesMaster" Target="notesMasters/notesMaster1.xml"/>
</Relationships>

</file>

<file path=ppt/notesMasters/_rels/notesMaster1.xml.rels><?xml version="1.0" encoding="UTF-8" standalone="yes"?>

<Relationships  xmlns="http://schemas.openxmlformats.org/package/2006/relationships">
<Relationship Id="rId1" Type="http://schemas.openxmlformats.org/officeDocument/2006/relationships/theme" Target="../theme/theme2.xml"/>
</Relationships>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1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IN"/>
          </a:p>
        </p:txBody>
      </p:sp>
      <p:sp>
        <p:nvSpPr>
          <p:cNvPr id="1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marL="171450" lvl="0" indent="-171450">
              <a:lnSpc>
                <a:spcPct val="10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Edit Master text styles</a:t>
            </a:r>
          </a:p>
          <a:p>
            <a:pPr marL="450850" lvl="1" indent="-17145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Second level</a:t>
            </a:r>
          </a:p>
          <a:p>
            <a:pPr marL="719138" lvl="2" indent="-17145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Third level</a:t>
            </a:r>
          </a:p>
          <a:p>
            <a:pPr marL="987425" lvl="3" indent="-171450" defTabSz="1169988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Fourth level</a:t>
            </a:r>
          </a:p>
          <a:p>
            <a:pPr marL="1255713" lvl="4" indent="-17145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/>
              <a:t>Fifth level</a:t>
            </a:r>
            <a:endParaRPr lang="en-IN" dirty="0"/>
          </a:p>
        </p:txBody>
      </p:sp>
      <p:sp>
        <p:nvSpPr>
          <p:cNvPr id="1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
<Relationships  xmlns="http://schemas.openxmlformats.org/package/2006/relationships">
<Relationship Id="rId1" Type="http://schemas.openxmlformats.org/officeDocument/2006/relationships/notesMaster" Target="../notesMasters/notesMaster1.xml"/>
<Relationship Id="rId2" Type="http://schemas.openxmlformats.org/officeDocument/2006/relationships/slide" Target="../slides/slide1.xml"/>
</Relationships>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This figure below illustrates how summer soil moisture (June-August) deviates from average across the Niwot Ridge alpine tundra soil moisture record. Data are from an alpine dry meadow located on the Saddle of Niwot Ridge.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notesSlide" Target="../notesSlides/notesSlide1.xml"/>
<Relationship Id="rId3" Type="http://schemas.openxmlformats.org/officeDocument/2006/relationships/image" Target="../media/f4996eb3671a349d3e0798aef9b8029114baced5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914400" y="457200"/>
            <a:ext cx="7315200" cy="50292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5943600"/>
            <a:ext cx="82296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00000">
                    <a:alpha val="100000"/>
                  </a:srgbClr>
                </a:solidFill>
                <a:latin typeface="sans"/>
                <a:cs typeface="sans"/>
                <a:ea typeface="sans"/>
                <a:sym typeface="sans"/>
              </a:rPr>
              <a:t>Saddle (SDL) Data: </a:t>
            </a:r>
            <a:r>
              <a:rPr cap="none" sz="1200" i="0" b="0" u="none" strike="noStrike">
                <a:solidFill>
                  <a:srgbClr val="000000">
                    <a:alpha val="100000"/>
                  </a:srgbClr>
                </a:solidFill>
                <a:latin typeface="sans"/>
                <a:cs typeface="sans"/>
                <a:ea typeface="sans"/>
                <a:sym typeface="sans"/>
              </a:rPr>
              <a:t>Morse, J. and M. Losleben. 2025. Climate data for saddle data loggers (CR23X and CR1000), 2000 - ongoing, daily. ver 10. Environmental Data Initiative. https://doi.org/10.6073/pasta/b01aea637f7608f0a1b2895ae474d571. Accessed 2025-08-11.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2025-09-05T15:26:30Z</dcterms:modified>
  <cp:category/>
</cp:coreProperties>
</file>