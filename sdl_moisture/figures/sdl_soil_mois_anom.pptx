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This figure below illustrates how summer soil moisture (June-August) deviates from average across the Niwot Ridge alpine tundra soil moisture record. Data are from an alpine dry meadow located on the Saddle of Niwot Ridge.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notesSlide" Target="../notesSlides/notesSlide1.xml"/>
<Relationship Id="rId3" Type="http://schemas.openxmlformats.org/officeDocument/2006/relationships/image" Target="../media/f4996eb3671a349d3e0798aef9b8029114baced5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914400" y="457200"/>
            <a:ext cx="7315200" cy="50292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0"/>
            <a:ext cx="8229600" cy="914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00000">
                    <a:alpha val="100000"/>
                  </a:srgbClr>
                </a:solidFill>
                <a:latin typeface="sans"/>
                <a:cs typeface="sans"/>
                <a:ea typeface="sans"/>
                <a:sym typeface="sans"/>
              </a:rPr>
              <a:t>Saddle (SDL) Data: </a:t>
            </a: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sans"/>
                <a:cs typeface="sans"/>
                <a:ea typeface="sans"/>
                <a:sym typeface="sans"/>
              </a:rPr>
              <a:t>Morse, J. and M. Losleben. 2025. Climate data for saddle data loggers (CR23X and CR1000), 2000 - ongoing, daily. ver 10. Environmental Data Initiative. https://doi.org/10.6073/pasta/b01aea637f7608f0a1b2895ae474d571. Accessed 2025-08-11.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2025-09-25T14:19:55Z</dcterms:modified>
  <cp:category/>
</cp:coreProperties>
</file>